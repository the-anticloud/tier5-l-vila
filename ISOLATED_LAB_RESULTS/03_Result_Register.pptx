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L_VILA</a:t>
            </a:r>
          </a:p>
          <a:p>
            <a:r>
              <a:t>Tier: TIER_5_WORLD_NEURO_EMBODIED</a:t>
            </a:r>
          </a:p>
          <a:p>
            <a:r>
              <a:t>Identity: Upstream haotian-liu/LLaVA @ c121f0432da2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haotian-liu/LLaVA |</a:t>
            </a:r>
          </a:p>
          <a:p>
            <a:r>
              <a:t>| Commit | c121f0432da27facab705978f83c4ada465e46fd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19.43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L_VILA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